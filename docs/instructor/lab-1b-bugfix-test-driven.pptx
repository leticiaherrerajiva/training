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80" r:id="rId3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— this is **Lab 1.b**, the hands-on half of Lab 1. By the end you can fix a real bug the disciplined, test-first way with Claude and open a clean PR. Mixed room (junior + senior): we go step by step; seniors, help your neighbors. ~2 hrs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mostly hands-on. I demo one bug (#5), you fix another (#4), we review together, then a feature if time allows. Note the recap section now also covers HOW to prompt Claude. Keep us honest on timeboxes.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before anything hands-on (~2 min). Repo: github.com/mike-tajmajer-fullstacklabs/fsl-taskboard-lab (shown top-left). The green 'Use this template → Create a new repository' button (circled in the screenshot) makes their OWN copy — not Fork, not plain Clone. Then the setup script (`./scripts/setup-repo.sh`, or `.ps1` on Windows) seeds the lab labels + backlog issues, since template copies don't inherit issues — gh auth was handled on the tooling slide. Then `npm install` / `npm run reset-db` / `npm run dev` (Node LTS ≥ 20.19; `nvm use` reads .nvmrc). Confirm `npm test` is green, then pick a `lab-1` issue. If anyone's stuck here, pair them before the demo. Tooling itself was installed on the previous slide — this slide is only about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only (~3 min). The taskboard repo already ships a CLAUDE.md, so context is done — we are NOT authoring one today. Confirm everyone can run `npm install`, `npm run reset-db`, `npm run dev`, and `npm test`. Pair up anyone whose environment is broken before we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mindset (~3 min). 'A bug is a missing test' — the defect slipped through because no test pinned that behavior. Writing the test first makes the fix provable and permanent. For juniors: the failing test is how you and Claude agree on what 'done'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spine of the whole class — point back to it during the demo and the exercise. Reproduce → RED → Fix (Plan Mode) → GREEN → Ship. Same five steps for bugs AND features.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we work with Claude (~3 min). Key habit: paste the failing test into Claude and let CLAUDE.md carry conventions; use Plan Mode; READ the diff. Guardrail callout: `server/data/seed.json` is protected by a PreToolUse hook — a block there is expected, not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'they're the SAME pattern' slide — the one that clears up the confusion (~2 min). Read the table across, row by row: RTCE's Role tucks into Context; Task = Task; Context = Context; and RTCE's Expectations splits into the Claude Code course's Constraints + Verify (the highlighted row). It's ONE shape with two labelings — nobody needs to memorize two frameworks. Then make the SUPERIORITY point: the FSL grouping is better precisely because of that split — it promotes Verify to its own first-class step, so every prompt states HOW Claude proves it's done ('run the tests'), not just a vague 'Expectations'. Both courses call this the highest-leverage habit ('a prompt is a verification strategy'), and it's what makes a fix provable instead of hopeful. Close with where-it-lives: CLAUDE.md carries the durable Role + Context (versioned + shared), so each prompt only carries Task + Constraints + Verify — the standardization goal in prompt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habits that make the shape actually work (~2 min): describe symptoms not solutions (say what you see, let Claude diagnose the root cause), @-reference real files (show, don't describe), and end with 'run the tests' (Claude verifies itself). Each card has a taskboard-flavored example. Tell students these three are what separate a prompt that lands first-try from one that needs three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 for juniors and seniors alike (~4 min): there is NO single magic prompt — the same goal has several good styles. Walk the four: explicit (spell it all out), symptom-first (describe what you see, let Claude diagnose), reference-driven (point at an existing test — 'do it like this'), plan-first (ask for the plan/diagnosis before any code). Encourage them to try a couple of styles when they fix Bug #4.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Tell them: watch the loop end-to-end. I'll switch between these slides and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 first (~4 min). Show the bug live in the running app: search 'FIRST' vs 'First'. Then open `server/src/services/todos.service.ts` → `list()` and show the `includes()` lines. Say the root cause out loud: `includes()` is case-sensitive and neither side is normalized.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failing test live in `todos.service.test.ts`, then `npm test -w server` → RED (~6 min). The two prompt variants on the slide (explicit / symptom-first) are starting points; the fuller set is on the 'four ways' slide. Talking point: 'First fixture todo' should match 'first' but won't today — that red test is our precise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(~6 min). In VS Code: enter Plan Mode, hand Claude the failing test, ask for the smallest fix (the two fix-prompt styles are on the slide: minimal vs Plan-Mode). Review the plan, apply, rerun → GREEN, then lint + typecheck. The fix is just lowercasing the query and the compared fields; reinforce reading the diff before accepting.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(~4 min): `git checkout -b fix/case-insensitive-search`, a Conventional Commit, PR 'Closes #5'. Show CI running; require a reviewer. The repo's PR template auto-populates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off. Students now fix Bug #4 (solo or pairs), ~40 min. Circulate and coach. Do NOT reveal the root cause — the diagnosis is the exercise. Nudge them to try a different prompt style than I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them (~2 min), then let them work. INSTRUCTOR-ONLY root cause — do not say up front: `stats.service.ts` sets `COMPLETED_STATUS = 'completed'`, but the domain status is `'done'` (see `shared/src/types.ts` and `todosService.complete()`), so the filter never matches → always 0. Nudge them to reproduce and write a failing test before touching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stuck students here; the starter scaffold and two no-spoiler prompt starters are on the slide (fuller set on the starter card). Gotcha to surface via questions (not answers): the fixture's completed todo (`todo_c`) is dated Jan 2026 — NOT 'this week' — so they must complete a todo *now* to expect a nonzero count. If a test passes immediately, the expectation is wrong. Acceptance: a test that failed first then passes; `npm test -w server` + lint + typecheck green; PR 'Closes #4' + a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min. Pull up 2–3 student diffs/PRs and use the prompts. Best moments: compare two different tests for the same bug, and whether Claude's first attempt passed review. Keep hammering 'the test failed first' as the discipline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time remains (~15 min). Transition: features use the same loop, but the starting point flips from 'reproduce a defect' to 'specify new behavior.'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conceptual slide for features (~4 min). Bug = behavior exists but is wrong; the test reproduces then pins the correction. Feature = behavior doesn't exist; the test specifies it and fails until built. Same rhythm both ways: test-first → build with Claude → verify →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small feature: sort by due date. Two prompt starters on the slide (interview/plan-first vs explicit test-first). Teaching point: adding `sort: 'dueDate'` won't even typecheck until you extend `TodoQuery.sort` in `shared/src/types.ts` — the type/spec drives the change. Stretch goal; if time runs out they continue it in office hours / Slack. (The on-slide test sketch omits `page`/`pageSize` for space — the real call needs them.)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Reference/screenshot slide — tell students to grab it. One starter per loop step; they swap in their own file paths. Reiterate the three habits (symptoms, @-reference, end with 'run the tests'). Little talking — point them here during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takeaway (~5 min): the LOOP is the transferable skill, not any one bug. Walk the ship checklist. Point everyone to the team's AI-training Slack channel to ask questions and share their PRs.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One-time install, ideally before lab day (~10 min). macOS column assumes Homebrew, Windows assumes winget (built into Win 10/11) — fallback for both is each tool’s download page. Why each tool: git drives the branch/PR flow; nvm makes `nvm use` match the repo’s .nvmrc; Node floor is LTS 20.19+ because Vite 7 requires it — 20, 22, or 24 LTS all work, odd majors (23) print engine warnings that confuse people; GitHub CLI powers the issue-seeding script and PR flow (`gh auth login` is the step people forget); Claude Code uses the native installer — self-updating and avoids npm -g permission problems on locked-down machines; any editor is fine, the demo narrates from VS Code. Accounts: a GitHub account plus a company-provisioned Claude Code seat — have everyone run the VERIFY line and complete a Claude login BEFORE lab day; pair anyone broken at the door rather than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7647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Lab 1.b — Fixing Bugs, Test-First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CCD9FF"/>
                </a:solidFill>
                <a:latin typeface="Arial"/>
              </a:rPr>
              <a:t>AI-assisted bug fixing with Claude and the FSL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FSL AI Training · TaskBoard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Two hours, hands-on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6304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Recap + the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Why test-first, the loop, and how to prompt 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84247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7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984247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Demo — Bug #5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84247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Case-sensitive search, fixed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05454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05454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40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05454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Your turn — Bug #4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0545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"Completed this week" always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26661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26661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20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026661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26661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We compare a few of your 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47868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47868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547868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5478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Same rhythm, a new capability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69075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75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069075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Wrap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69075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Checklist + where to get help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Set up the training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46120" cy="384048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135E"/>
                </a:solidFill>
                <a:latin typeface="Consolas"/>
              </a:rPr>
              <a:t>github.com/mike-tajmajer-fullstacklabs/fsl-taskboard-lab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46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1.  </a:t>
            </a:r>
            <a:r>
              <a:rPr sz="1100">
                <a:solidFill>
                  <a:srgbClr val="434343"/>
                </a:solidFill>
                <a:latin typeface="Arial"/>
              </a:rPr>
              <a:t>On that repo, click Use this template → Create a new repository (green button, top-right — circled). Your own copy, not a fork.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2.  </a:t>
            </a:r>
            <a:r>
              <a:rPr sz="1100">
                <a:solidFill>
                  <a:srgbClr val="434343"/>
                </a:solidFill>
                <a:latin typeface="Arial"/>
              </a:rPr>
              <a:t>Clone it, then from the repo root seed the backlog:  ./scripts/setup-repo.sh  (Windows: .\scripts\setup-repo.ps1). Creates the lab labels + issues — gh login done on the previous slide.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3.  </a:t>
            </a:r>
            <a:r>
              <a:rPr sz="1100">
                <a:solidFill>
                  <a:srgbClr val="434343"/>
                </a:solidFill>
                <a:latin typeface="Arial"/>
              </a:rPr>
              <a:t>Install &amp; run:  npm install · npm run reset-db · npm run dev  (client :5173, API :3001). Node LTS ≥ 20.19 — nvm use reads .nvmrc.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4.  </a:t>
            </a:r>
            <a:r>
              <a:rPr sz="1100">
                <a:solidFill>
                  <a:srgbClr val="434343"/>
                </a:solidFill>
                <a:latin typeface="Arial"/>
              </a:rPr>
              <a:t>Confirm npm test is green, then pick a lab-1 issue.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1399032"/>
            <a:ext cx="4700016" cy="2990088"/>
          </a:xfrm>
          <a:prstGeom prst="rect">
            <a:avLst/>
          </a:prstGeom>
          <a:noFill/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-this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17320"/>
            <a:ext cx="4663440" cy="292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920" y="4480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Start from "Use this template" — not Fork or Clone.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RECAP — LAB 1.A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You already have what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This repo already ships a strong CLAUDE.md — Claude knows the stack, conventions, and commands.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You've met Plan Mode — plan first, review the plan, then let Claude build.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Today we point those at real bugs in the backlog and ship real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488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Lab 1.a: set up context.
Lab 1.b: use that context to fix defects the disciplined way — test-first, verified, reviewed.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A bug is a missing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34343"/>
                </a:solidFill>
                <a:latin typeface="Arial"/>
              </a:rPr>
              <a:t>A bug means some behavior was never pinned down by a test. So we write that test first — then fixing it becomes provable, not hopeful.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REPRODUCE RELIABLY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Turn "it's broken" into a repeatable, red test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No more "works on my machine"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A PRECISE TARGET FOR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The failing test tells Claude exactly what "fixed" means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Less guessing, tighter fixes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PROOF + NO REGRESSIONS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Green test = objectively fixed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The test stays forever, so it can't silently break 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test-driven fix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understand the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5416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85416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write a failing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67912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7912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Claude, in Plan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0408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50408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0408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test + suite + lint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2904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32904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PR + human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3135E"/>
                </a:solidFill>
                <a:latin typeface="Arial"/>
              </a:rPr>
              <a:t>Same five steps every time — for the demo, your exercise, and (later) a feature.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WORKING WITH CLAUDE + THE FSL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Habits that keep fixes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9776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Feed Claude the failing test + let CLAUDE.md carry the conventions.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Plan Mode first — review the plan before any code changes.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Don't accept blindly — you own the diff; read it and course-correct.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Keep the guardrails — never touch seed.json (a hook blocks it).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Green means green — npm test, lint, and typecheck all pass.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Ship it right — branch fix/&lt;slug&gt;, PR "Closes #N", a human reviewer, CI green.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3135E"/>
                </a:solidFill>
                <a:latin typeface="Arial"/>
              </a:rPr>
              <a:t>RTCE and the FSL pattern: one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34343"/>
                </a:solidFill>
                <a:latin typeface="Arial"/>
              </a:rPr>
              <a:t>The two courses teach it under different names — the same four ideas. Read across: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8046720" cy="347472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RTCE (Ag. Eng.)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FSL /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184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What you actually 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385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385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→ part of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385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"You're in the TaskBoard Express API" — usually already in CLAUDE.md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957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957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3957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= 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957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"Add a failing test for case-insensitive search"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529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529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8529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= 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8529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"@server/src/services/todos.service.ts; use makeTestDb"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101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CCD9FF"/>
          </a:solidFill>
          <a:ln w="15875">
            <a:solidFill>
              <a:srgbClr val="403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101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Expectations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3101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→ Constraints +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3101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"don't refactor; then run npm test -w server"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64008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13632"/>
            <a:ext cx="7680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 i="0">
                <a:solidFill>
                  <a:srgbClr val="13135E"/>
                </a:solidFill>
                <a:latin typeface="Arial"/>
              </a:rPr>
              <a:t>Why the FSL grouping wins: it pulls Verify out of "Expectations" as its own step — so every prompt says HOW Claude proves it's done ("run the tests"), not just what you hoped for. That's the habit that makes a fix provable.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43984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Where it lives: CLAUDE.md holds Role + Context (shared)  ·  your prompt holds Task + Constraints + Verify.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Three habits that make it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DESCRIBE SYMPTOMS, NOT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Say what you observe, not your diagnosis.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"Search 'FIRST' finds nothing" — let Claude find the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POINT AT REAL FILES WITH @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Show, don't describe.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"@server/src/services/todos.service.ts" beats a paraphrase.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END WITH "RUN THE TESTS"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Make Claude verify its own work.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"…then run npm test -w server and fix any failures."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These three turn the four-part shape into prompts that land the first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Same goal, four ways to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34343"/>
                </a:solidFill>
                <a:latin typeface="Arial"/>
              </a:rPr>
              <a:t>Goal: a failing test that proves search is case-sensitive. All four are good — pick what fits what you already know.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7393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EXPLICIT (CONTEXT · TASK · CONSTRAINTS · VERIFY)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In @server/src/services/todos.service.ts, list() search is case-sensitive. Add a Vitest test (todos.service.test.ts, makeTestDb) that searches q:'first' and expects todo_a; run npm test -w server and show it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916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691640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7393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SYMPTOM-FIRST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993392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Searching 'FIRST' finds nothing but 'First' works. Investigate list() in @server/src/services/todos.service.ts, then write a failing test that captures the correct case-insensitive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27248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9544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REFERENCE-DRIVEN (SHOW, DON'T DESCRIBE)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Follow the makeTestDb pattern in @server/src/services/todos.service.test.ts. Add a search test proving search should match regardless of case; run npm test -w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127248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127248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209544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PLAN-FIRST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29000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Before any code: read list() and tell me why 'first' misses 'First fixture todo', and the failing test you'd add. I'll confirm, then you write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03FE8"/>
                </a:solidFill>
                <a:latin typeface="Arial"/>
              </a:rPr>
              <a:t>All four produce the same red test — different roads for how much you already know.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933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Demo — Bug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"Todo search is case-sensitive"  ·  watch the loop end to 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What's actually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9776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Symptom: searching "FIRST" finds nothing, but "First" does.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Lives server-side: todos.service.ts → list().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Root cause: includes() is case-sensitive and nothing is normalized.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4630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THE CODE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7830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783080"/>
            <a:ext cx="54864" cy="1600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901952"/>
            <a:ext cx="3520440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if (query.q)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const q = query.q;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  todos = todos.filter((t)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  t.title.includes(q)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  (t.notes ?? '').includes(q));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8046720" cy="64008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64008" cy="6400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135E"/>
                </a:solidFill>
                <a:latin typeface="Arial"/>
              </a:rPr>
              <a:t>First we make the bug repeatable as a test — then the fix is provable.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Write the failing test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937760" cy="306324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3063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4572000" cy="2825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server/src/services/todos.service.test.ts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afterEach, beforeEach, describe,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expect, it } from 'vitest';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todosService } from './todos.service';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makeTestDb } from '../testing/helpers';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describe('list — search',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let db: ReturnType&lt;typeof makeTestDb&gt;;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beforeEach(() =&gt; { db = makeTestDb();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afterEach(() =&gt; db.cleanup());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it('matches case-insensitively',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const { todos } = todosService.list({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  q: 'first', sort: 'createdAt',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  page: 1, pageSize: 20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expect(todos.map(t =&gt; t.id))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  .toContain('todo_a');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}); 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1732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WHY IT'S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37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3135E"/>
                </a:solidFill>
                <a:latin typeface="Arial"/>
              </a:rPr>
              <a:t>"First fixture todo" won't match lowercase "first" today — so the test fails. Now you have a precise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542032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542032"/>
            <a:ext cx="50292" cy="9144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624328"/>
            <a:ext cx="2679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TRY — EXPLICIT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43784"/>
            <a:ext cx="2642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Add a Vitest test (makeTestDb) that searches q:'first', expects todo_a; run npm test -w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2044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3520440"/>
            <a:ext cx="50292" cy="9144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602736"/>
            <a:ext cx="2679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OR — SYMPTOM-FIRST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22192"/>
            <a:ext cx="2642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'FIRST' finds nothing but 'First' works — investigate list() and write a failing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fix — lowercase both sides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892040" cy="22860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" cy="22860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81912"/>
            <a:ext cx="4526280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onsolas"/>
              </a:rPr>
              <a:t>// todos.service.ts — list()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const q = query.q;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const q = query.q.toLowerCase();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todos = todos.filter((t)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  t.title.includes(q)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  (t.notes ?? '').includes(q));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t.title.toLowerCase().includes(q)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(t.notes ?? '').toLowerCase()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  .includes(q));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63040"/>
            <a:ext cx="2971800" cy="22860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463040"/>
            <a:ext cx="64008" cy="22860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6459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029968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test -w server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run lint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run typecheck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All green → the bug is fixed.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3977639" cy="74980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0292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6849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MINIMAL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3648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Make the minimal change to pass the failing test — don't refactor anything else. Then run npm test -w server.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86200"/>
            <a:ext cx="3977639" cy="74980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886200"/>
            <a:ext cx="50292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96849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PLAN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187952"/>
            <a:ext cx="3648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In Plan Mode: propose the smallest fix to list(); show me the plan before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SHIP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From green test to merged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1.  </a:t>
            </a:r>
            <a:r>
              <a:rPr sz="1150">
                <a:solidFill>
                  <a:srgbClr val="434343"/>
                </a:solidFill>
                <a:latin typeface="Arial"/>
              </a:rPr>
              <a:t>Branch:  git checkout -b fix/case-insensitive-search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2.  </a:t>
            </a:r>
            <a:r>
              <a:rPr sz="1150">
                <a:solidFill>
                  <a:srgbClr val="434343"/>
                </a:solidFill>
                <a:latin typeface="Arial"/>
              </a:rPr>
              <a:t>Commit (Conventional):  fix: make todo search case-insensitive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3.  </a:t>
            </a:r>
            <a:r>
              <a:rPr sz="1150">
                <a:solidFill>
                  <a:srgbClr val="434343"/>
                </a:solidFill>
                <a:latin typeface="Arial"/>
              </a:rPr>
              <a:t>Open a PR — the template links the issue with "Closes #5".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4.  </a:t>
            </a:r>
            <a:r>
              <a:rPr sz="1150">
                <a:solidFill>
                  <a:srgbClr val="434343"/>
                </a:solidFill>
                <a:latin typeface="Arial"/>
              </a:rPr>
              <a:t>CI runs lint + typecheck + tests; it must be green.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5.  </a:t>
            </a:r>
            <a:r>
              <a:rPr sz="1150">
                <a:solidFill>
                  <a:srgbClr val="434343"/>
                </a:solidFill>
                <a:latin typeface="Arial"/>
              </a:rPr>
              <a:t>Get one human reviewer before merge.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5448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DONE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121408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New test added + passing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Full suite green in CI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PR links #5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Reviewed by a teammate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0195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Your turn — Bug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"Stats: Completed this week always shows 0"  ·  same loop, you drive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Diagnose and fix it, test-first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Symptom: the dashboard's "Completed this week" stat stays at 0 — even after you complete todos.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Where to look: server/src/services/stats.service.ts → summary().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You diagnose the root cause — that's the exercise. Follow the same five-step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48840"/>
            <a:ext cx="23957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Reproduce → RED → Fix (Plan Mode) → GREEN → PR.
Start by making it fail in a test. The fix comes second.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HINTS &amp;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Get unstuck without the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892040" cy="22402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22402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452628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stats.service.test.ts  (create it —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 no stats test exists yet)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beforeEach(() =&gt; { db = makeTestDb();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afterEach(() =&gt; db.cleanup());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it('counts todos done in last 7 days',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todosService.complete('todo_a');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  // ^ stamps completedAt = now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// TODO: assert summary()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//   .completedThisWeek is 1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6304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288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Complete a todo now — the fixture's done one is old, so it won't count this week.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Watch it fail, then fix stats.service.ts.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PR "Closes #4" + a reviewer.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50292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31335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DIAGNOSE (SYMPTOM-FIRST)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1"/>
            <a:ext cx="364845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"Completed this week" stays 0 after I complete todos — investigate summary() in @server/src/services/stats.service.ts. Don't fix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749039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3749039"/>
            <a:ext cx="50292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831335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WRITE THE TEST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050791"/>
            <a:ext cx="364845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Create stats.service.test.ts (makeTestDb): complete a todo, then assert summary().completedThisWeek — make it fail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Let's compare a few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795527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your test fail first? If it passed immediately, it wasn't really testing the bug.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What was the root cause — and how did your test capture it?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Claude's first attempt pass review, or did you course-correct? What did you catch?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anything else go red? A good fix leaves the rest of the suite green.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Compare two diffs on screen — same bug, different tests and fixes. What do we prefer, and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933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Same rhythm — a different starting point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BUG VS.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 changes, what stays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977639" cy="384048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BUG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Behavior already exists — but it's wrong.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The test reproduces the defect, then pins the correction.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6304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63040"/>
            <a:ext cx="3977639" cy="384048"/>
          </a:xfrm>
          <a:prstGeom prst="roundRect">
            <a:avLst>
              <a:gd name="adj" fmla="val 6000"/>
            </a:avLst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527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975104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Behavior doesn't exist yet.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The test specifies the new behavior — it fails until you build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8046720" cy="77724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64008" cy="777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12463"/>
            <a:ext cx="7680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13135E"/>
                </a:solidFill>
                <a:latin typeface="Arial"/>
              </a:rPr>
              <a:t>Same rhythm either way: write the test first → let it drive the change with Claude → verify green → PR + review. The test drives; only the starting point differs.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FEATURE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Sort todos by due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1.  </a:t>
            </a:r>
            <a:r>
              <a:rPr sz="1050">
                <a:solidFill>
                  <a:srgbClr val="434343"/>
                </a:solidFill>
                <a:latin typeface="Arial"/>
              </a:rPr>
              <a:t>Spec it in the type: add 'dueDate' to TodoQuery.sort (shared/src/types.ts).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2.  </a:t>
            </a:r>
            <a:r>
              <a:rPr sz="1050">
                <a:solidFill>
                  <a:srgbClr val="434343"/>
                </a:solidFill>
                <a:latin typeface="Arial"/>
              </a:rPr>
              <a:t>Test first: list({ sort: 'dueDate' }) returns due-date order, undated last.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3.  </a:t>
            </a:r>
            <a:r>
              <a:rPr sz="1050">
                <a:solidFill>
                  <a:srgbClr val="434343"/>
                </a:solidFill>
                <a:latin typeface="Arial"/>
              </a:rPr>
              <a:t>Implement the sort branch in todos.service.ts (createdAt only today).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4.  </a:t>
            </a:r>
            <a:r>
              <a:rPr sz="1050">
                <a:solidFill>
                  <a:srgbClr val="434343"/>
                </a:solidFill>
                <a:latin typeface="Arial"/>
              </a:rPr>
              <a:t>Add a sort selector in TodoFilterBar.tsx.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5.  </a:t>
            </a:r>
            <a:r>
              <a:rPr sz="1050">
                <a:solidFill>
                  <a:srgbClr val="434343"/>
                </a:solidFill>
                <a:latin typeface="Arial"/>
              </a:rPr>
              <a:t>Verify green, then PR "Closes #" the feature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THE TEST LEADS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78308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783080"/>
            <a:ext cx="54864" cy="141732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901952"/>
            <a:ext cx="2926080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it('sorts by due date,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undated last',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const { todos }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todosService.list({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  sort: 'dueDate'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expect(todos[0].id)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.toBe('todo_b');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50292" cy="8229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2277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INTERVIEW / PLAN-FIRST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2232"/>
            <a:ext cx="3648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Before coding, interview me on edge cases (no due date, direction) and propose the plan across the shared type, service, and filter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84048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3840480"/>
            <a:ext cx="50292" cy="8229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92277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EXPLICIT TEST-FIRST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142232"/>
            <a:ext cx="3648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Add 'dueDate' to TodoQuery.sort in @shared/src/types.ts, then a failing test that list({sort:'dueDate'}) orders by due date (undated last) before implementing.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Prompt starters — keep these handy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Reproduce / 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63040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Run the failing test with npx vitest run &lt;file&gt;; then trace the code and tell me the root cause before changing anything.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39112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Write the failing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39112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Add a Vitest test in the co-located *.test.ts (makeTestDb) that captures the correct behavior; run it and show it 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Fix — minimal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15184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Make the minimal change to pass the failing test. Don't refactor anything else. Then run npm test -w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91256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9125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Fix — Plan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191256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In Plan Mode: propose the smallest fix; show me the plan before editing.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67328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6732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767328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Run npm test -w server, then the full suite + lint + typecheck. Add a comment on the test noting the bug it prevents.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Swap in your paths. Describe symptoms · @-reference real files · end with "run the tests."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49047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The loop is 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Reproduce → RED → Fix (Plan Mode) → GREEN → PR &amp;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CD9FF"/>
                </a:solidFill>
                <a:latin typeface="Arial"/>
              </a:rPr>
              <a:t>Ship checklist: a new test that failed first and now passes · full suite, lint &amp; typecheck green · branch fix/&lt;slug&gt; · PR "Closes #N" · one human reviewer · CI green.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Questions &amp; support: your team's AI-training channel on Slack — or ask your instructor.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03FE8"/>
                </a:solidFill>
                <a:latin typeface="Arial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3135E"/>
                </a:solidFill>
                <a:latin typeface="Arial"/>
              </a:rPr>
              <a:t>Install your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34343"/>
                </a:solidFill>
                <a:latin typeface="Arial"/>
              </a:rPr>
              <a:t>One-time, before lab day — macOS via Homebrew, Windows via winget.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8046720" cy="320040"/>
          </a:xfrm>
          <a:prstGeom prst="roundRect">
            <a:avLst/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73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773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macOS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5773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Windows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920240"/>
            <a:ext cx="8046720" cy="393192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81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9812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xcode-select --install</a:t>
            </a:r>
            <a:r>
              <a:rPr sz="900" b="0">
                <a:solidFill>
                  <a:srgbClr val="999999"/>
                </a:solidFill>
                <a:latin typeface="Arial"/>
              </a:rPr>
              <a:t>  · or brew install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812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Git.Git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8046720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392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nvm (Node manager)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39268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brew install nvm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9268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CoreyButler.NVMforWindows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43200"/>
            <a:ext cx="8046720" cy="393192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04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Node LTS ≥ 20.19 + npm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80416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nvm install 20 &amp;&amp; nvm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0416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nvm install 20 &amp;&amp; nvm use 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54680"/>
            <a:ext cx="8046720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15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GitHub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2156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brew install gh</a:t>
            </a:r>
            <a:r>
              <a:rPr sz="900" b="0">
                <a:solidFill>
                  <a:srgbClr val="999999"/>
                </a:solidFill>
                <a:latin typeface="Arial"/>
              </a:rPr>
              <a:t>  → gh auth 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2156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GitHub.cli</a:t>
            </a:r>
            <a:r>
              <a:rPr sz="900" b="0">
                <a:solidFill>
                  <a:srgbClr val="999999"/>
                </a:solidFill>
                <a:latin typeface="Arial"/>
              </a:rPr>
              <a:t>  → gh auth login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66160"/>
            <a:ext cx="8046720" cy="393192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627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Claude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62712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curl -fsSL https://claude.ai/install.sh | bash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62712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irm https://claude.ai/install.ps1 | iex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77640"/>
            <a:ext cx="8046720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38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VS Code (or your editor)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0386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brew install --cask visual-studio-code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0386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Microsoft.VisualStudioCode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04360"/>
            <a:ext cx="8046720" cy="396240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04360"/>
            <a:ext cx="64008" cy="396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424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03FE8"/>
                </a:solidFill>
                <a:latin typeface="Arial"/>
              </a:rPr>
              <a:t>ACCOUNTS   </a:t>
            </a:r>
            <a:r>
              <a:rPr sz="850" b="0">
                <a:solidFill>
                  <a:srgbClr val="434343"/>
                </a:solidFill>
                <a:latin typeface="Arial"/>
              </a:rPr>
              <a:t>GitHub account + Claude Code seat (company-provisioned) — confirm both logins before lab day.</a:t>
            </a:r>
          </a:p>
          <a:p>
            <a:r>
              <a:rPr sz="850" b="1">
                <a:solidFill>
                  <a:srgbClr val="403FE8"/>
                </a:solidFill>
                <a:latin typeface="Arial"/>
              </a:rPr>
              <a:t>VERIFY   </a:t>
            </a:r>
            <a:r>
              <a:rPr sz="850" b="0">
                <a:solidFill>
                  <a:srgbClr val="434343"/>
                </a:solidFill>
                <a:latin typeface="Consolas"/>
              </a:rPr>
              <a:t>git --version · node --version (≥ 20.19) · gh auth status · claude --version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